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</p:sldIdLst>
  <p:sldSz cx="24384000" cy="13716000" type="screen16x9"/>
  <p:notesSz cx="5143500" cy="9144000"/>
  <p:embeddedFontLst>
    <p:embeddedFont>
      <p:font typeface="SourceHanSansSC-Regular" panose="020B0500000000000000" charset="-122"/>
      <p:regular r:id="rId8"/>
    </p:embeddedFont>
    <p:embeddedFont>
      <p:font typeface="SourceHanSansSC-Bold" panose="020B0800000000000000" charset="-122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16" name="image 1016"/>
          <p:cNvPicPr>
            <a:picLocks noChangeAspect="1"/>
          </p:cNvPicPr>
          <p:nvPr/>
        </p:nvPicPr>
        <p:blipFill>
          <a:blip r:embed="rId1"/>
          <a:srcRect l="52863" b="32687"/>
          <a:stretch>
            <a:fillRect/>
          </a:stretch>
        </p:blipFill>
        <p:spPr>
          <a:xfrm>
            <a:off x="0" y="186055"/>
            <a:ext cx="4757420" cy="12077700"/>
          </a:xfrm>
          <a:prstGeom prst="rect">
            <a:avLst/>
          </a:prstGeom>
        </p:spPr>
      </p:pic>
      <p:pic>
        <p:nvPicPr>
          <p:cNvPr id="9101" name="image 101"/>
          <p:cNvPicPr>
            <a:picLocks noChangeAspect="1"/>
          </p:cNvPicPr>
          <p:nvPr/>
        </p:nvPicPr>
        <p:blipFill>
          <a:blip r:embed="rId2">
            <a:alphaModFix amt="37000"/>
          </a:blip>
          <a:srcRect t="5597" r="40538"/>
          <a:stretch>
            <a:fillRect/>
          </a:stretch>
        </p:blipFill>
        <p:spPr>
          <a:xfrm>
            <a:off x="16859250" y="0"/>
            <a:ext cx="7524115" cy="12263755"/>
          </a:xfrm>
          <a:prstGeom prst="rect">
            <a:avLst/>
          </a:prstGeom>
        </p:spPr>
      </p:pic>
      <p:pic>
        <p:nvPicPr>
          <p:cNvPr id="9102" name="image 102"/>
          <p:cNvPicPr>
            <a:picLocks noChangeAspect="1"/>
          </p:cNvPicPr>
          <p:nvPr/>
        </p:nvPicPr>
        <p:blipFill>
          <a:blip r:embed="rId3"/>
          <a:srcRect b="62585"/>
          <a:stretch>
            <a:fillRect/>
          </a:stretch>
        </p:blipFill>
        <p:spPr>
          <a:xfrm>
            <a:off x="0" y="10478770"/>
            <a:ext cx="24383365" cy="3282950"/>
          </a:xfrm>
          <a:prstGeom prst="rect">
            <a:avLst/>
          </a:prstGeom>
        </p:spPr>
      </p:pic>
      <p:grpSp>
        <p:nvGrpSpPr>
          <p:cNvPr id="103" name="组合 103"/>
          <p:cNvGrpSpPr/>
          <p:nvPr/>
        </p:nvGrpSpPr>
        <p:grpSpPr>
          <a:xfrm>
            <a:off x="20099427" y="12263734"/>
            <a:ext cx="3718615" cy="1004884"/>
            <a:chOff x="20099427" y="12263734"/>
            <a:chExt cx="3718615" cy="1004884"/>
          </a:xfrm>
        </p:grpSpPr>
        <p:pic>
          <p:nvPicPr>
            <p:cNvPr id="9104" name="image 104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20099427" y="12271582"/>
              <a:ext cx="989516" cy="989186"/>
            </a:xfrm>
            <a:prstGeom prst="rect">
              <a:avLst/>
            </a:prstGeom>
          </p:spPr>
        </p:pic>
        <p:sp>
          <p:nvSpPr>
            <p:cNvPr id="105" name="Object 105"/>
            <p:cNvSpPr txBox="1"/>
            <p:nvPr/>
          </p:nvSpPr>
          <p:spPr>
            <a:xfrm>
              <a:off x="21228432" y="12410074"/>
              <a:ext cx="241300" cy="558800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sz="3120" b="0" i="0" dirty="0" smtClean="0">
                  <a:solidFill>
                    <a:srgbClr val="000000"/>
                  </a:solidFill>
                  <a:latin typeface="AlibabaPuHuiTi-Light"/>
                  <a:ea typeface="AlibabaPuHuiTi-Light"/>
                </a:rPr>
                <a:t>×</a:t>
              </a:r>
              <a:endParaRPr lang="zh-CN" altLang="en-US" sz="3120"/>
            </a:p>
          </p:txBody>
        </p:sp>
        <p:sp>
          <p:nvSpPr>
            <p:cNvPr id="106" name="Object 106"/>
            <p:cNvSpPr txBox="1"/>
            <p:nvPr/>
          </p:nvSpPr>
          <p:spPr>
            <a:xfrm>
              <a:off x="22617066" y="12410074"/>
              <a:ext cx="241300" cy="558800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sz="3120" b="0" i="0" dirty="0" smtClean="0">
                  <a:solidFill>
                    <a:srgbClr val="000000"/>
                  </a:solidFill>
                  <a:latin typeface="AlibabaPuHuiTi-Light"/>
                  <a:ea typeface="AlibabaPuHuiTi-Light"/>
                </a:rPr>
                <a:t>×</a:t>
              </a:r>
              <a:endParaRPr lang="zh-CN" altLang="en-US" sz="3120"/>
            </a:p>
          </p:txBody>
        </p:sp>
        <p:pic>
          <p:nvPicPr>
            <p:cNvPr id="9107" name="image 107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21532380" y="12263734"/>
              <a:ext cx="1004884" cy="1004884"/>
            </a:xfrm>
            <a:prstGeom prst="rect">
              <a:avLst/>
            </a:prstGeom>
          </p:spPr>
        </p:pic>
        <p:pic>
          <p:nvPicPr>
            <p:cNvPr id="9108" name="image 108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22921014" y="12317661"/>
              <a:ext cx="897029" cy="897029"/>
            </a:xfrm>
            <a:prstGeom prst="rect">
              <a:avLst/>
            </a:prstGeom>
          </p:spPr>
        </p:pic>
      </p:grpSp>
      <p:sp>
        <p:nvSpPr>
          <p:cNvPr id="1014" name="Object 1014"/>
          <p:cNvSpPr txBox="1"/>
          <p:nvPr/>
        </p:nvSpPr>
        <p:spPr>
          <a:xfrm>
            <a:off x="6306405" y="3718841"/>
            <a:ext cx="11785600" cy="4127500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sz="23160" b="1" i="0" dirty="0" smtClean="0">
                <a:solidFill>
                  <a:srgbClr val="FFFFFF"/>
                </a:solidFill>
                <a:latin typeface="SourceHanSansSC-Regular" panose="020B0500000000000000" charset="-122"/>
                <a:ea typeface="SourceHanSansSC-Regular" panose="020B0500000000000000" charset="-122"/>
              </a:rPr>
              <a:t>Project Name</a:t>
            </a:r>
            <a:endParaRPr lang="zh-CN" altLang="en-US" sz="23160"/>
          </a:p>
        </p:txBody>
      </p:sp>
      <p:sp>
        <p:nvSpPr>
          <p:cNvPr id="1015" name="Object 1015"/>
          <p:cNvSpPr txBox="1"/>
          <p:nvPr/>
        </p:nvSpPr>
        <p:spPr>
          <a:xfrm>
            <a:off x="9632949" y="7596730"/>
            <a:ext cx="5130800" cy="1790700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sz="10050" b="1" i="0" dirty="0" smtClean="0">
                <a:solidFill>
                  <a:srgbClr val="2EF66F"/>
                </a:solidFill>
                <a:latin typeface="SourceHanSansSC-Bold" panose="020B0800000000000000" charset="-122"/>
                <a:ea typeface="SourceHanSansSC-Bold" panose="020B0800000000000000" charset="-122"/>
              </a:rPr>
              <a:t>Team Name</a:t>
            </a:r>
            <a:endParaRPr lang="zh-CN" altLang="en-US" sz="10050"/>
          </a:p>
        </p:txBody>
      </p:sp>
      <p:pic>
        <p:nvPicPr>
          <p:cNvPr id="91017" name="image 1017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9169932" y="398079"/>
            <a:ext cx="4648111" cy="1254201"/>
          </a:xfrm>
          <a:prstGeom prst="rect">
            <a:avLst/>
          </a:prstGeom>
        </p:spPr>
      </p:pic>
      <p:pic>
        <p:nvPicPr>
          <p:cNvPr id="3" name="图片 2" descr="2026梅沙青少年黑客松邀请赛 (5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531495" y="-47625"/>
            <a:ext cx="7060565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2" name="image 102"/>
          <p:cNvPicPr>
            <a:picLocks noChangeAspect="1"/>
          </p:cNvPicPr>
          <p:nvPr/>
        </p:nvPicPr>
        <p:blipFill>
          <a:blip r:embed="rId1"/>
          <a:srcRect b="62585"/>
          <a:stretch>
            <a:fillRect/>
          </a:stretch>
        </p:blipFill>
        <p:spPr>
          <a:xfrm>
            <a:off x="0" y="10478770"/>
            <a:ext cx="24383365" cy="3282950"/>
          </a:xfrm>
          <a:prstGeom prst="rect">
            <a:avLst/>
          </a:prstGeom>
        </p:spPr>
      </p:pic>
      <p:grpSp>
        <p:nvGrpSpPr>
          <p:cNvPr id="202" name="组合 202"/>
          <p:cNvGrpSpPr/>
          <p:nvPr/>
        </p:nvGrpSpPr>
        <p:grpSpPr>
          <a:xfrm>
            <a:off x="20099427" y="12263734"/>
            <a:ext cx="3718615" cy="1004884"/>
            <a:chOff x="20099427" y="12263734"/>
            <a:chExt cx="3718615" cy="1004884"/>
          </a:xfrm>
        </p:grpSpPr>
        <p:pic>
          <p:nvPicPr>
            <p:cNvPr id="9203" name="image 203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20099427" y="12271582"/>
              <a:ext cx="989516" cy="989186"/>
            </a:xfrm>
            <a:prstGeom prst="rect">
              <a:avLst/>
            </a:prstGeom>
          </p:spPr>
        </p:pic>
        <p:sp>
          <p:nvSpPr>
            <p:cNvPr id="204" name="Object 204"/>
            <p:cNvSpPr txBox="1"/>
            <p:nvPr/>
          </p:nvSpPr>
          <p:spPr>
            <a:xfrm>
              <a:off x="21228432" y="12410074"/>
              <a:ext cx="241300" cy="558800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sz="3120" b="0" i="0" dirty="0" smtClean="0">
                  <a:solidFill>
                    <a:srgbClr val="000000"/>
                  </a:solidFill>
                  <a:latin typeface="AlibabaPuHuiTi-Light"/>
                  <a:ea typeface="AlibabaPuHuiTi-Light"/>
                </a:rPr>
                <a:t>×</a:t>
              </a:r>
              <a:endParaRPr lang="zh-CN" altLang="en-US" sz="3120"/>
            </a:p>
          </p:txBody>
        </p:sp>
        <p:sp>
          <p:nvSpPr>
            <p:cNvPr id="205" name="Object 205"/>
            <p:cNvSpPr txBox="1"/>
            <p:nvPr/>
          </p:nvSpPr>
          <p:spPr>
            <a:xfrm>
              <a:off x="22617066" y="12410074"/>
              <a:ext cx="241300" cy="558800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sz="3120" b="0" i="0" dirty="0" smtClean="0">
                  <a:solidFill>
                    <a:srgbClr val="000000"/>
                  </a:solidFill>
                  <a:latin typeface="AlibabaPuHuiTi-Light"/>
                  <a:ea typeface="AlibabaPuHuiTi-Light"/>
                </a:rPr>
                <a:t>×</a:t>
              </a:r>
              <a:endParaRPr lang="zh-CN" altLang="en-US" sz="3120"/>
            </a:p>
          </p:txBody>
        </p:sp>
        <p:pic>
          <p:nvPicPr>
            <p:cNvPr id="9206" name="image 206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21532380" y="12263734"/>
              <a:ext cx="1004884" cy="1004884"/>
            </a:xfrm>
            <a:prstGeom prst="rect">
              <a:avLst/>
            </a:prstGeom>
          </p:spPr>
        </p:pic>
        <p:pic>
          <p:nvPicPr>
            <p:cNvPr id="9207" name="image 207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22921014" y="12317661"/>
              <a:ext cx="897029" cy="897029"/>
            </a:xfrm>
            <a:prstGeom prst="rect">
              <a:avLst/>
            </a:prstGeom>
          </p:spPr>
        </p:pic>
      </p:grpSp>
      <p:sp>
        <p:nvSpPr>
          <p:cNvPr id="2013" name="Object 2013"/>
          <p:cNvSpPr txBox="1"/>
          <p:nvPr/>
        </p:nvSpPr>
        <p:spPr>
          <a:xfrm>
            <a:off x="1533713" y="2208288"/>
            <a:ext cx="9931400" cy="2311400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sz="13000" b="1" i="0" dirty="0" smtClean="0">
                <a:solidFill>
                  <a:srgbClr val="FFFFFF"/>
                </a:solidFill>
                <a:latin typeface="SourceHanSansSC-Regular" panose="020B0500000000000000" charset="-122"/>
                <a:ea typeface="SourceHanSansSC-Regular" panose="020B0500000000000000" charset="-122"/>
              </a:rPr>
              <a:t>Double-click to Edit Title</a:t>
            </a:r>
            <a:endParaRPr lang="zh-CN" altLang="en-US" sz="13000"/>
          </a:p>
        </p:txBody>
      </p:sp>
      <p:sp>
        <p:nvSpPr>
          <p:cNvPr id="2014" name="Object 2014"/>
          <p:cNvSpPr txBox="1"/>
          <p:nvPr/>
        </p:nvSpPr>
        <p:spPr>
          <a:xfrm>
            <a:off x="1533713" y="1175909"/>
            <a:ext cx="5105400" cy="1206500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6670" b="0" i="0" dirty="0" smtClean="0">
                <a:solidFill>
                  <a:srgbClr val="2EF66F"/>
                </a:solidFill>
                <a:latin typeface="SourceHanSansSC-Regular" panose="020B0500000000000000" charset="-122"/>
                <a:ea typeface="SourceHanSansSC-Regular" panose="020B0500000000000000" charset="-122"/>
              </a:rPr>
              <a:t>Double-click to Edit Title</a:t>
            </a:r>
            <a:endParaRPr lang="zh-CN" altLang="en-US" sz="6670"/>
          </a:p>
        </p:txBody>
      </p:sp>
      <p:pic>
        <p:nvPicPr>
          <p:cNvPr id="2" name="图片 1" descr="2026梅沙青少年黑客松邀请赛 (5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72530" y="71120"/>
            <a:ext cx="5191760" cy="2311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WPS 演示</Application>
  <PresentationFormat>On-screen Show</PresentationFormat>
  <Paragraphs>16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6" baseType="lpstr">
      <vt:lpstr>Arial</vt:lpstr>
      <vt:lpstr>宋体</vt:lpstr>
      <vt:lpstr>Wingdings</vt:lpstr>
      <vt:lpstr>AlibabaPuHuiTi-Light</vt:lpstr>
      <vt:lpstr>Segoe Print</vt:lpstr>
      <vt:lpstr>PangMenZhengDao</vt:lpstr>
      <vt:lpstr>SourceHanSansSC-Regular</vt:lpstr>
      <vt:lpstr>SourceHanSansSC-Bold</vt:lpstr>
      <vt:lpstr>微软雅黑</vt:lpstr>
      <vt:lpstr>Arial Unicode MS</vt:lpstr>
      <vt:lpstr>Calibri</vt:lpstr>
      <vt:lpstr>等线</vt:lpstr>
      <vt:lpstr>AlibabaPuHuiTi-Light</vt:lpstr>
      <vt:lpstr>Office Theme</vt:lpstr>
      <vt:lpstr>PowerPoint 演示文稿</vt:lpstr>
      <vt:lpstr>PowerPoint 演示文稿</vt:lpstr>
    </vt:vector>
  </TitlesOfParts>
  <Company>稿定设计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稿定设计 ppt</dc:title>
  <dc:creator>稿定设计</dc:creator>
  <dc:subject>www.gaoding.com</dc:subject>
  <cp:lastModifiedBy>妞妞</cp:lastModifiedBy>
  <cp:revision>3</cp:revision>
  <dcterms:created xsi:type="dcterms:W3CDTF">2026-09-18T07:36:00Z</dcterms:created>
  <dcterms:modified xsi:type="dcterms:W3CDTF">2026-09-18T07:55:18Z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79F619CA1FB94EB696637B828C144C10_12</vt:lpwstr>
  </property>
</Properties>
</file>