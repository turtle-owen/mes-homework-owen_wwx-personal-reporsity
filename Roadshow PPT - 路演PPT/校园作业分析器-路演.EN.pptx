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~20 seconds. One sentence to say who we are: Smart Campus Homework Analyzer — turning the daily grading teachers do into a ready-to-teach review lesson plan. Today isn't about 'yet another grading tool' — it's about the information wasted after grading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slide about pain — no drama, just facts. Three things: grading itself is time-consuming, statistics are manual, review relies on gut feeling. The last line is the hook — the part that exhausts teachers the most is precisely the part most easily wasted.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insight, and the starting point of the entire product. Grading already produces the class's most authentic learning evidence — the problem is no one has time to translate it into 'what to teach next class.' So what we built isn't faster grading — it's that translation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in one sentence: turn a stack of homework into a lesson. This is the overview screenshot; the flow cards on the right are actually the product's five modules. Worth emphasizing here: this is a fully runnable full-stack product, not a concept mockup — it runs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Five-step loop. Focus on steps 3 and 4: PDFs are converted to page images server-side — no manual conversion needed by teachers; low-confidence OCR results require teacher confirmation before entering student mistake notebooks — that's our baseline. Only after completing the full flow does step 5 have anything to analyze.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v0.2.0, and the slide we most want to present today. On the left is raw data: 1 student, 3 submissions, 18 questions, 24 mistakes, scoring rate 18%. On the right is the system's teaching conclusion — notice it says 'points were lost mainly because students didn't attempt rather than didn't know.' That judgment is nearly impossible to reach manually on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judges should remember most, and our biggest differentiator. All numbers are deterministically computed from teacher-reviewed data; the model only transcribes them into classroom language. So if the model is down or the API key isn't configured, core statistics remain fully functional. Two more details: error causes are strictly divided by question number, percentages always sum to 100%; questions marked 'Unrecognizable' are listed separately and excluded from student error causes — we never penalize students for poor scan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data screenshot. On the left, knowledge mastery sorted from weakest first — teachers instantly know which gap to fill first in today's lesson. On the right, 12 error cause categories are determined by keyword-based deterministic classification, consuming no model quota; clicking 'AI Re-attribution' invokes the model to re-evaluate with question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proves 'ready to teach.' Expand a high-frequency mistake to see affected students, reference answers, AI step-by-step solutions, and most importantly three sections below: explain to students, board demonstration, quick check after explanation. Teachers can read it aloud the next day. Content sorted by number of students who missed it, starting with the most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brings it into the classroom. 45 minutes broken into a timeline, each step specifying 'what to teach, what the teacher does, what students do,' plus board design; each error cause comes with a 5-minute actionable classroom activity and a named list for tiered support. Our internal saying: this isn't a report for administrators — it's a lesson plan for teachers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side does one thing: help students truly master their mistakes. Only teacher-confirmed mistakes enter the student notebook; the system automatically provides step-by-step solutions and similar variant exercises, marking knowledge points as passed once all answered correctly. No more hand-copying mistake notebooks; review becomes targeted.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with real data. This is a real middle school physics stage assessment from the repo: 18 questions, 3 submissions, 24 reviewed mistakes, class scoring rate 18%. The most valuable finding is what the system discovered on its own — 21 of 24 mistakes were [Unanswered], 87.5%, meaning points were lost because students 'didn't attempt' rather than 'didn't know.' This conclusion directly changes how the lesson should be taught: not more problem-solving, but first addressing 'fear of attempting.'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often ask 'is it done?' This slide answers: production-ready means actually usable. Standard full-stack tech; quality backed by 24 unit tests plus 33 end-to-end verifications, some specifically testing permission boundaries — students can't read class analytics, school admins can read but can't trigger generation; security-wise, API keys encrypted server-side with AES-256-GCM, all queries isolated by school and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source and tech slide answers two questions: why trust us, and what did we use. Open source isn't a gesture — it's what educational software should be: schools can self-deploy, data stays on their servers, school-specific knowledge points and error rules are all customizable. Tech choices are deliberately minimal and stable: frontend React 19 + TypeScript strict mode, backend Express + SQLite, document parsing with PDF.js, mammoth, word-extractor, model layer with 10 provider presets plus AES-256-GCM encrypted keys. No unnecessary dependencies for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Back to that line: let every grading session become the next lesson. Then leave time for Q&amp;A. If judges only have 30 seconds, say these three things: all numbers come from reviewed data, AI only transcribes; teachers receive a lesson plan they can use immediately; everything is open source, locally deployable, data stays on campus.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01.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02.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03.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04.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05.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06.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07.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08.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09.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10.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11.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12.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13.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14.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Users\吴桥生\Videos\DSHworkarea\MES-Homework-Owen_WWX-personal-reporsity\Roadshow PPT - 路演PPT\tools\.build-en\slides\slide-15.png">    </p:cNvPr>
          <p:cNvPicPr>
            <a:picLocks noChangeAspect="1"/>
          </p:cNvPicPr>
          <p:nvPr/>
        </p:nvPicPr>
        <p:blipFill>
          <a:blip r:embed="rId1"/>
          <a:stretch>
            <a:fillRect/>
          </a:stretch>
        </p:blipFill>
        <p:spPr>
          <a:xfrm>
            <a:off x="0" y="0"/>
            <a:ext cx="1219197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2026 Meisha Youth Hackathon Invitational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Campus Homework Analyzer · Roadshow</dc:title>
  <dc:subject>Roadshow deck · v0.2.0-rc1 (EN)</dc:subject>
  <dc:creator>MES Hackathon Team B3</dc:creator>
  <cp:lastModifiedBy>MES Hackathon Team B3</cp:lastModifiedBy>
  <cp:revision>1</cp:revision>
  <dcterms:created xsi:type="dcterms:W3CDTF">2026-10-10T11:24:47Z</dcterms:created>
  <dcterms:modified xsi:type="dcterms:W3CDTF">2026-10-10T11:24:47Z</dcterms:modified>
</cp:coreProperties>
</file>